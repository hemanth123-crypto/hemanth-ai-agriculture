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1612880" cy="36576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9D98A"/>
                </a:solidFill>
              </a:rPr>
              <a:t>AI-Powered Agriculture
Crop Advisory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8C4A8"/>
                </a:solidFill>
              </a:rPr>
              <a:t>Hybrid RAG • ML Yield Prediction • 8-Agent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8C4A8"/>
                </a:solidFill>
              </a:rPr>
              <a:t>Capstone Submission 2026 | CropShield AI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1612880" cy="36576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9D98A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Farmers &amp; agronomists struggle to extract actionable insights from vast historical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7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Generic LLMs hallucinate numerical agronomic claims — unreliable for farm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Isolated statistical models cannot interpret conversational, nuanced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4670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Gap: No system combines verified historical evidence with bounded ML predictions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1612880" cy="36576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9D98A"/>
                </a:solidFill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Deterministic Hybrid AI Architecture combining: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7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A8"/>
                </a:solidFill>
              </a:rPr>
              <a:t>▸  • Dense + Sparse RAG retrieval over 1,500 verified historical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A8"/>
                </a:solidFill>
              </a:rPr>
              <a:t>▸  • Classical Random Forest ML for bounded yield prediction &amp; crop suitability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4670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A8"/>
                </a:solidFill>
              </a:rPr>
              <a:t>▸  • 8-Agent sequential pipeline with strict typed contracts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A8"/>
                </a:solidFill>
              </a:rPr>
              <a:t>▸  • Multi-tier guardrails and LLM-as-a-Judge quality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1612880" cy="36576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9D98A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Input → Guardrail Agent → Query Classifier → Hybrid RAG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7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A8"/>
                </a:solidFill>
              </a:rPr>
              <a:t>▸  ↓ FAISS Vector Index + TF-IDF Keyword Index (RRF Fusion)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Reranker → Recommendation Agent → Risk Analysis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4670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A8"/>
                </a:solidFill>
              </a:rPr>
              <a:t>▸  → Yield Prediction Agent [RandomForest] → Impact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A8"/>
                </a:solidFill>
              </a:rPr>
              <a:t>▸  → LLM Judge Validator → Section 45 Advisory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1612880" cy="36576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9D98A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Backend:    FastAPI (ASGI) + Uvicorn + Pydantic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7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Vector DB:  FAISS IndexFlatIP (&lt; 2ms CPU similarity search)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Search:     TF-IDF Inverted Index + Reciprocal Rank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4670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ML Engine:  scikit-learn RandomForest (Regressor + Classifier)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Frontend:   Streamlit + Vanilla HTML/CSS/JS SPA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Evaluation: DeepEval + Custom LLM Judge + RAGAS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1612880" cy="36576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9D98A"/>
                </a:solidFill>
              </a:rPr>
              <a:t>RAG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Hybrid Retrieval: Dense (FAISS semantic) + Sparse (TF-IDF keyword)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7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Reciprocal Rank Fusion: Score = Σ 1/(k + rank_i) where k = 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Multi-factor Reranking: 0.50×RRF + 0.25×Soil + 0.15×Weather + 0.10×Yield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4670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Metadata Filtering: State, Season, Crop, pH range, Rainfall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Result: Top-K historically verified cases grounding every recommendation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1612880" cy="36576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9D98A"/>
                </a:solidFill>
              </a:rPr>
              <a:t>ML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Crop Suitability: RandomForestClassifier — 94.7% accuracy, F1 = 0.943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7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Yield Prediction:  RandomForestRegressor  — R² = 0.9876, MAE = 0.31 t/ha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Confidence Interval: ŷ ± 1.28σ_trees (empirical 80% CI from tree ensemble)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4670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Feature Importance: Rainfall (32%), Temperature (25%), Nitrogen (18%)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Training Data: 1,500 cases, 13 features, 80/20 train-test split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1612880" cy="36576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9D98A"/>
                </a:solidFill>
              </a:rPr>
              <a:t>8-Agent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1. Guardrail Agent      — Injection defense + domain scope + range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7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2. Query Classifier     — Intent extraction + structured parameter parsing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3. Retrieval Agent      — Hybrid FAISS + TF-IDF + RRF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4670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4. Recommendation Agent — Evidence-based crop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5. Risk Analysis Agent  — Soil pH, drought, salinity, climate stress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6. Yield Prediction     — RandomForest regressor + 80%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2180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7. Impact Analysis      — Feature importance + limiting factor identification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017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8. LLM Judge Validator  — Groundedness + relevance + safety 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1612880" cy="36576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9D98A"/>
                </a:solidFill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Information Retrieval:  Precision@5 = 0.83 | Recall@5 = 0.78 | MRR = 0.925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7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Yield Model:            R² = 0.9876 | MAE = 0.31 t/ha | RMSE = 0.44 t/ha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Guardrails:             Injection Detection = 100% | Domain Filter = 98.6%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4670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LLM Judge:              Relevance = 0.96 | Groundedness = 0.98 | Safety = 1.00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DeepEval Faithfulness:  0.97 | Answer Relevancy: 0.95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E2E Response Latency:   &lt; 60 ms average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1612880" cy="36576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9D98A"/>
                </a:solidFill>
              </a:rPr>
              <a:t>Key Features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Interactive Crop Advisory: Natural language queries → structured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7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Historical Case Explorer: Hybrid search with state/season/crop filters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Live Yield Prediction: Input agronomic params → yield + 80%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4670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Risk &amp; Impact Analysis: Limiting factor identification &amp;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Continuous Feedback Loop: Star ratings → model improvement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Auto Evaluation Suite: One-click benchmark via /api/evaluate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1612880" cy="36576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9D98A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AI-Powered Agriculture Crop Advisory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7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Hybrid RAG • RandomForest ML • 8-Agent AI • Guardrails • LLM Judge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4670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GitHub: github.com/hemanth123-crypto/Day_two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Backend: http://localhost:8000  |  Frontend: http://localhost:8501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2180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FF4"/>
                </a:solidFill>
              </a:rPr>
              <a:t>▸  Capstone Submission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